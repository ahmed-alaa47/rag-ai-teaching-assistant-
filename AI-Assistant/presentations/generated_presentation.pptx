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0972800" cy="0"/>
          </a:xfrm>
        </p:spPr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What is Data Structure?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943600" cy="5029200"/>
          </a:xfrm>
        </p:spPr>
        <p:txBody>
          <a:bodyPr wrap="square"/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Definition of data structure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Types of data structures (primitive and non-primitive)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Importance of data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llpaperflare.com_wallpaper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Data Storage and Querying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Specifying data types, structure, and constraints before storing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Storing data in a database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Querying (retrieving or updating)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Data Model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Conceptual data model: describing the database structure for users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Representational data model: implementing the DBMS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Physical data model: storing on computer storage 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